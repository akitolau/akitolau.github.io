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10810">
              <a:alpha val="62000"/>
            </a:srgbClr>
          </a:solidFill>
          <a:ln w="12700">
            <a:solidFill>
              <a:srgbClr val="01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020D1A">
              <a:alpha val="4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828800" y="1307592"/>
            <a:ext cx="5486400" cy="54864"/>
          </a:xfrm>
          <a:prstGeom prst="rect">
            <a:avLst/>
          </a:prstGeom>
          <a:solidFill>
            <a:srgbClr val="45D7FF">
              <a:alpha val="4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0" y="1321308"/>
            <a:ext cx="54864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0" y="3822192"/>
            <a:ext cx="5486400" cy="54864"/>
          </a:xfrm>
          <a:prstGeom prst="rect">
            <a:avLst/>
          </a:prstGeom>
          <a:solidFill>
            <a:srgbClr val="FF2D6E">
              <a:alpha val="40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3835908"/>
            <a:ext cx="5486400" cy="13716"/>
          </a:xfrm>
          <a:prstGeom prst="rect">
            <a:avLst/>
          </a:prstGeom>
          <a:solidFill>
            <a:srgbClr val="FF2D6E">
              <a:alpha val="95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463040"/>
            <a:ext cx="6400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kern="0" spc="6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都 市 失 语 纪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kern="0" spc="500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 Y R I C   B O O K L E 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32461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· · · ⚡ · · ·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60350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C8D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Akito Lau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 tracks ·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78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822960"/>
            <a:ext cx="32004" cy="5303520"/>
          </a:xfrm>
          <a:prstGeom prst="rect">
            <a:avLst/>
          </a:prstGeom>
          <a:solidFill>
            <a:srgbClr val="45D7FF">
              <a:alpha val="8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572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kern="0" spc="600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TRACK LIST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896112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 目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691640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大大的世界，小小的我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25880" y="2029968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691640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03:15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167128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25880" y="2167128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风铃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25880" y="2505456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216712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04:04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2642616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25880" y="2642616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雕花橙子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25880" y="2980944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2642616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3118104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3118104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被动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325880" y="3456432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3118104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06:04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" y="3593592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25880" y="3593592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围墙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325880" y="3931920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359359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02:45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" y="4069080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325880" y="4069080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失语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325880" y="4407408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06640" y="4069080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05:34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4360" y="4544568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325880" y="4544568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沉海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325880" y="4882896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06640" y="4544568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03:52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4360" y="5020056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325880" y="5020056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锋芒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325880" y="5358384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06640" y="5020056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04:10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94360" y="5495544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325880" y="5495544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同途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325880" y="5833872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06640" y="5495544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05:10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94360" y="5971032"/>
            <a:ext cx="594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325880" y="5971032"/>
            <a:ext cx="5303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芝华塔尼欧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325880" y="6309360"/>
            <a:ext cx="5303520" cy="7315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06640" y="597103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45D7FF">
              <a:alpha val="5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大大的世界，小小的我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03:15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地铁串起偌大的城 我们被困在路线之中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日子过得局促又普通 每天敲定起点与回程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哪里有工作 就往哪里漂泊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还好街角的全家 总有一份温热便当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像一条细细的线 轻轻拉住我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不让我 漫无目的地流落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在偌大城市里面 当个奇怪的人也不算危险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掉下来的眼泪 会悄悄融进人潮里面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光鲜的路要有人铺垫 我们都是不起眼的碎片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擦肩都是陌生人 不必寒暄 不必留念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偶尔绕路走走公园 琐碎的委屈和执念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都会被下一班地铁 悄悄带远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每到深夜 总想把自己拆成碎片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切断所有人际牵连 不用迎合谁 才能安心入眠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仅仅只是 不想失眠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狭窄的出租小屋 装不下我的偏爱与热爱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黑胶堆了又堆 乐器始终懒得拆开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梦里有宽敞的房子 有爱人 小猫在窗台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一只阿咪 一只来福 乖乖依赖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醒来只剩空白 现实没有半点期待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快乐的时刻 只存在梦境里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渺小的我 也只敢梦里痛快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偌大的城市 藏着渺小的我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渺小的我 一直做着盛大的梦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梦醒之前 都别叫醒我 都别叫醒我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F2D6E">
              <a:alpha val="50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FF2D6E">
              <a:alpha val="95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风铃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04:04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梧桐投下斑驳的暗语 誓言在风里打着颤摇摆不定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你已辨认不清 那天许下的字句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我执意扎根于 滚烫的泥土中心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任烈日翻烤我鳞片的纹理 蒸干最后水分去追赶夏季的尾音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你笑说这何异于饮鸩止渴的瘾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干涸的躯壳只需一丝风便散若尘烬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腐化成泥或碎作微尘 是你我终究逃不脱的既定剧本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 渺小如永恒仰视大树的苔痕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渺小如江心一叶失舵的舟身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 渺小如永恒仰视大树的苔痕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渺小如江心 一叶失舵的舟身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爱的暖流自下而上地涌奔 我身不由己浮沉不问前程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心是风铃随疾风夸张地躬身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看似悦目风景却悬于断弦的惊魂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把自己掷出许是更需要天分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冒粉身碎骨之险去亲吻重力本身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我是檐下风铃你是暴风一阵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我是孤舟一芥你是洋流一痕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渺小到无形渺小到失去称谓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却妄想用一次清脆的碎换一瞬真切无畏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饮鸩止渴是我独选的剧本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片刻的灼烫胜过永恒的冰冷自困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你笑我痴顽我笑我执念太深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可盛夏遗留的余温 只够我燃尽这一程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风铃坠地碎成一声极轻的叹息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洋流抹去航迹连同我姓名一笔勾去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渺小渺小是最后的低语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我曾于风中确凿地爱过你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FFB800">
              <a:alpha val="9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雕花橙子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黄浦街上 人来人往 不同的人 消磨夜晚时光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夜色慢慢接管 白日的寻常 挤在人潮里面 慢慢游荡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心事跟黑T恤 跟着风摇晃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每路过街口 我都问你要往哪走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你摇摇脑袋 张开双手 想去哪就去哪 不必有理由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于是我傻傻地 笑着点头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以为我们 可以漫无目的地走很久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后来随便走进一间街角酒吧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那晚喝的什么 我早就记不住啦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只记得杯壁贴着雕花的橙子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杯口沾着一圈整齐的砂糖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酸涩的口感 慢慢晕开一点甜啊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那种味道 普通又很特别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只是当下的情绪 盖过一切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我本来就不太会喝酒啦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半杯就上头 脸颊慢慢变红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说了好多废话也不知道 你听懂了几种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当初说好 想走就走 想停就停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等我慢慢停下 你已经没了身影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雕花橙子还留在旧杯壁 砂糖还没融化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身边已经少了你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我也说不清 这段关系算不算认真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到最后 连情绪都变得沉闷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你没有回头 我也没有上前追问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那晚的月光碎在街边 没人收拾 也没人心疼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我忘记那一杯酒的气味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只记得昏暗灯光 安静坐着的你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原来不是酒精模糊记忆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是后来发生的一切 太沉 太压抑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雕花橙子 一圈砂糖 酸涩先行 甜只是假象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我忘记了 酒的味道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只记得那晚微醺的模样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还有好多没讲完的话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全都留在 没有后来的晚上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AA3CFF">
              <a:alpha val="50000"/>
            </a:srgbClr>
          </a:solidFill>
          <a:ln w="12700">
            <a:solidFill>
              <a:srgbClr val="AA3C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AA3CFF">
              <a:alpha val="95000"/>
            </a:srgbClr>
          </a:solidFill>
          <a:ln w="12700">
            <a:solidFill>
              <a:srgbClr val="AA3C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被动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06:04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1463040"/>
            <a:ext cx="795528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不算孤单 只是太缓 时间贴住皮囊 慢慢褪色 慢慢变淡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我惯于沉默 早已习惯 影子代为生活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我承载它的孤单 独行在街上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心事忽然唱完 没人记住的旋律 只在我耳畔循环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心动 是低烧 温热得刚刚好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不必刻意治好 也不想逃跑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你停在心底深处 慢慢变小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像一阵从未上岸的浪潮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气息带着甜 混着几分苦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如同断层的记忆 定格在半途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我没有奔赴 我不愿退出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就静静站在原地 看边界慢慢模糊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谁先主动 谁先落幕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所以我保持静止 任由情绪漂浮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心动是低烧 褪去又缠绕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光阴来回游走 却不留分毫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你身在遥远远方 偶尔闪耀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像一份不敢认领的讯号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不要叫醒我 不要叫醒我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就让思绪 浅忘一半就好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不要记得你 不要记得你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若是太清醒 反而回不去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我身在人海 又置身局外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你沉于雾里 也藏于山海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F2D6E">
              <a:alpha val="50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FF2D6E">
              <a:alpha val="95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围墙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02:45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1463040"/>
            <a:ext cx="795528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故作孱弱的模样 才配被桎梏捆绑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刻意收敛锋芒 换无尽揣测与中伤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新生的浪潮成长 却失语在人海中央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若不撕开围墙 就永远 失去回响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别沉沦慌张 不必独自逃亡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荒芜世界之上 我借夜色 为你抵挡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撕碎荒唐的秩序 碾碎腐朽的规章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挣脱世俗捆绑 放肆呐喊 你的立场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抛开世俗的皮囊 厌世本就 是信仰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小众的孤高 倔强 以自我姿态 抢夺远方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别溺于悲伤 阴影陪你抵挡风浪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别坠入迷茫 黑暗之下 我在你后方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平庸被 奉为寻常 枷锁困住 所有渴望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拒绝温顺投降 让嘶吼 撞碎围墙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我们生来孱弱 沉溺灰暗与颓丧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也正因偏执反常 才自成荒芜荣光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摒弃所有标准答案 挣脱世俗的捆绑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以孤绝的倔强 赌一场 专属的远方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不必迎合世俗目光 不必屈服于假象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以破碎为盔甲 以声音 掀起风浪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45D7FF">
              <a:alpha val="5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失语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05:34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1463040"/>
            <a:ext cx="795528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傍晚的灯一盏一盏熄灭 像没写完的句子断在中间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有人把风收进抽屉里面 钥匙却被丢在很远很远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旧报纸在街角翻了几页 标题模糊得像是 一场旧雪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那些名字还来不及出现 就已经被轻轻改写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天线指向无人回应的夜 电波绕了几圈又折回原点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你说的话停在发送之前 像一封从未寄出的信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有人在删去多余的边界 也删去多余的昨天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空白比墨水更显眼 却很少有人看见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如果声音可以留下阴影 那墙上会不会一片人影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我们追光走得太轻 连回声都来不及证明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如果故事都有它的期限 是不是就停在这一页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当最后一行慢慢褪色 谁还记得它曾热烈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玻璃橱窗反射着人群 每张脸都安静得过分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有人张口却没有声音 像被按下暂停的清晨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纸张一层一层被替换 字迹变得越来越浅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直到只剩下一种语言 适合被重复很多遍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也许哪一天风会记得 那些没有说完的轮廓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它们藏在缝隙之中 等一场雨轻轻经过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如果声音可以留下阴影 那墙上会不会一片人影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我们追光走得太轻 连回声都来不及证明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如果故事都有它的期限 是不是就停在这一页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当最后一行慢慢褪色 谁还记得它曾热烈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5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夜深时有人点起一盏灯 写下不确定的认真</a:t>
            </a:r>
            <a:endParaRPr lang="en-US" sz="1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纸页在风里微微作声 像世界还没完全关门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FFB800">
              <a:alpha val="9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沉海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03:52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满腔期待 最终落得石沉大海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堆叠的履历太厚 反倒困住前行的常态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这座世俗的围城 究竟需要怎样的姿态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既要学会低头迁就 又要勉强 自带光芒登台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Come On Come On  Let's do it wrong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招聘大厅涌满汹涌人海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耗尽力气奔赴台前 才恍然发现 简历忘了带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就算随身携带又如何 众生皆是碎石尘埃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早早被标签划分 筛选淘汰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门缝漏出一声倦怠 机械念着 下一位 进来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侥幸挤进狭小格子间 终日悬着不安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害怕某天被轻易替代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求职软件彻夜闪烁微光 像诱饵不断摇摆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冰冷算法修饰着纸面履历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慢慢抹杀鲜活的人格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我们不再是完整的人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只是一串 等待淘汰的 数据残骸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深夜归途 卸下满身奔波与疲态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盯着天花板错落裂痕 情绪差点崩塌崩坏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这世间的刻薄直白 从不懂得稍加掩盖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发泄过后冲尽疲惫 借旋律拉回游离的魂魄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天亮仍要弯折脊背 把委屈藏进行囊 装作 从容无碍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世人总劝人 要努力 要忍耐 要热爱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可热烈的偏爱 早被房租生活层层讨债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人人都鼓吹远方与未来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可仅剩的期待 只剩简历上留白的段落 空洞 无人理睬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我们从来不算平庸破败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只是这场现实牌局 只懂洗牌 从不看牌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鲜活的人 被拆解打磨 沦为量产的建材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一份热忱 换一次石沉大海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一纸履历 写满无声的无奈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宣泄落幕 任由音乐翻涌澎湃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天光亮起 依旧奔赴人海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继续做一粒 无人问津 沉入深海的 尘埃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AA3CFF">
              <a:alpha val="50000"/>
            </a:srgbClr>
          </a:solidFill>
          <a:ln w="12700">
            <a:solidFill>
              <a:srgbClr val="AA3C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AA3CFF">
              <a:alpha val="95000"/>
            </a:srgbClr>
          </a:solidFill>
          <a:ln w="12700">
            <a:solidFill>
              <a:srgbClr val="AA3C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锋芒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想去一个懂得尊重的地方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找一片能挺直背脊的土壤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人生不该被世俗功利捆绑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高敏感不算天生的硬伤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是我的直觉 独有的锋芒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旁人笑我思虑太重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我不辩解 也绝不退让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我偏爱这里 早晚都会回来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哪怕一路辗转 只剩零星尘埃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身处人人随波逐流的时代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仍攥着理想主义 微弱的火柴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世人笑我天真 幼稚 活该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可我偏不肯妥协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任由心底微光 慢慢盛开——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Always a new day, always the best day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细碎的快乐 喘息与自在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远比浮华珍贵 比虚妄明白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多年以后 就算依旧平凡 渺小存在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只要灵魂不曾弯腰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我就不算 彻底落败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你笑我天真 像从未坠落的飞鸟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可我见过太多人 活成精致的标本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我不愿被困在 世俗框架 任人对照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宁愿笨拙 偶尔煎熬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我不愿被困在世俗框架 任人对照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也不要活得 麻木潦草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去往懂得尊重的地方 奔赴保有尊严的远方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每一天 都算是最好的日常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高敏感是我的刀刃 理想主义是我的根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我拒绝脱敏 也拒绝 平庸沉沦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45D7FF">
              <a:alpha val="5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同途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刚相识那几年课堂 我们总坐着临近那几行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晚风漫过教学楼走廊 吹乱桌面摊开的纸张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一晃已是十数年时光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你安在北京的人海寻常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我辗转深圳上海苏州长春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在几座城市里流浪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平日各自为生活奔忙 对话框常常安静空窗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不用天天寒暄扯日常 心事却总能对上磁场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岁岁寄来生日的念想 年年都抽空碰面几场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成年人都藏起委屈彷徨 沉默也觉得安稳如常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你一直慢慢向前 活得简单又坦然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我沿路走得曲折缓慢 也从来不会走散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不用多余的桥段 不用刻意去试探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成年人最好的相伴 静静安放 顺其自然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人生转折 工作辗转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失落时刻总会想起对方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纠结前路的每一个选项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群里聊起感情的迷茫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大家互相劝慰互相思量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都学着懂事收敛情绪跌宕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把心事藏进日常寻常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我曾窘迫到日子紧张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你二话不说愿意相帮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我生性要强不愿亏欠对方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却把这份善意悄悄收藏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你一直慢慢向前 我慢慢学会习惯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被岁月的节奏带着走 熬成寻常岁岁年年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我们都不善讲浪漫 也不用刻意说温暖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情绪跌落低落的夜晚 总会想起 你的那一端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城市拉开遥远距离 心底又悄悄聚在一起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身边人事来来去去 唯有这份默契 从没偏移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不用害怕哪天失去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像深夜突然亮起的手机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刚好发来惦念的 是你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那就这样吧 我们各自往前赶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如果某天行路太累 忽然想回头望一眼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我一直都在 不远不近的 另一边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8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10A18">
              <a:alpha val="55000"/>
            </a:srgbClr>
          </a:solidFill>
          <a:ln w="12700">
            <a:solidFill>
              <a:srgbClr val="010A1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293876"/>
            <a:ext cx="9144000" cy="13716"/>
          </a:xfrm>
          <a:prstGeom prst="rect">
            <a:avLst/>
          </a:prstGeom>
          <a:solidFill>
            <a:srgbClr val="FFB800">
              <a:alpha val="9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01168"/>
            <a:ext cx="822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芝华塔尼欧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498080" y="2743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841248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日子像阵烈风 呼啸过境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想过种种姿态 与它辞行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怀念的痛苦 不舍的遗憾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多少烙印 鲜活如新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我不是一个 合格的旅人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常常偏离轨道 从不用心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熬夜到天光 睡过重要的时分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介绍自己 说没什么远方的魂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天真地狂妄 在自封的王国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幻想月亮会自己 圆满所有角落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错得一败涂地 才终于懂得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种下的选择 与岁月蹉跎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我和自己 终于和解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那个稚嫩的少年 他已死去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平静地吊唁 他飘荡的孤魂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还咒骂着没有人 同气相闻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从未如此坚定 哪怕面对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这个晦暗无声的 委曲求全的世界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仍要走向 芝华塔尼欧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4114800" cy="5166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把我从荒芜里 拾起的人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种在你们灿烂的花园 让我重新生根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寥寥相逢 却足够支撑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从沉沉的夜 打捞出会发光的清晨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我厌倦过那些 臃肿的黄昏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敲过一扇 又一扇门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平静地吊唁 他远去的孤魂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还夸夸其谈 咒骂着命运不均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可我从未如此坚定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哪怕面对这个晦暗的 无声的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虚伪的 委曲求全的世界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我仍要走向 芝华塔尼欧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进退之间 多了一份坦荡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或许某天 疲于奔忙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就躲到某个安静的地方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平静地 度过余生的时光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475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一片没有回忆的海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但我不会 真的忘怀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1554480"/>
            <a:ext cx="7315" cy="4892040"/>
          </a:xfrm>
          <a:prstGeom prst="rect">
            <a:avLst/>
          </a:prstGeom>
          <a:solidFill>
            <a:srgbClr val="5A7A96">
              <a:alpha val="40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640080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810">
              <a:alpha val="72000"/>
            </a:srgbClr>
          </a:solidFill>
          <a:ln w="12700">
            <a:solidFill>
              <a:srgbClr val="020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621792"/>
            <a:ext cx="8229600" cy="54864"/>
          </a:xfrm>
          <a:prstGeom prst="rect">
            <a:avLst/>
          </a:prstGeom>
          <a:solidFill>
            <a:srgbClr val="45D7FF">
              <a:alpha val="4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635508"/>
            <a:ext cx="82296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77724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kern="0" spc="40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都市失语纪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0" y="1600200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Akito Lau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084832"/>
            <a:ext cx="7680960" cy="54864"/>
          </a:xfrm>
          <a:prstGeom prst="rect">
            <a:avLst/>
          </a:prstGeom>
          <a:solidFill>
            <a:srgbClr val="FF2D6E">
              <a:alpha val="35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098548"/>
            <a:ext cx="7680960" cy="13716"/>
          </a:xfrm>
          <a:prstGeom prst="rect">
            <a:avLst/>
          </a:prstGeom>
          <a:solidFill>
            <a:srgbClr val="FF2D6E">
              <a:alpha val="95000"/>
            </a:srgbClr>
          </a:solidFill>
          <a:ln w="12700">
            <a:solidFill>
              <a:srgbClr val="FF2D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286000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2286000"/>
            <a:ext cx="2926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大大的世界，小小的我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60520" y="2286000"/>
            <a:ext cx="731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03:15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2798064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88720" y="2798064"/>
            <a:ext cx="2926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风铃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60520" y="2798064"/>
            <a:ext cx="731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310128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88720" y="3310128"/>
            <a:ext cx="2926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雕花橙子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60520" y="3310128"/>
            <a:ext cx="731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822192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88720" y="3822192"/>
            <a:ext cx="2926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被动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160520" y="3822192"/>
            <a:ext cx="731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06:04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4334256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8720" y="4334256"/>
            <a:ext cx="2926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围墙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60520" y="4334256"/>
            <a:ext cx="731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02:45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17720" y="2286000"/>
            <a:ext cx="7315" cy="2514600"/>
          </a:xfrm>
          <a:prstGeom prst="rect">
            <a:avLst/>
          </a:prstGeom>
          <a:solidFill>
            <a:srgbClr val="5A7A96">
              <a:alpha val="45000"/>
            </a:srgbClr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2286000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94960" y="2286000"/>
            <a:ext cx="2743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失语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83880" y="2286000"/>
            <a:ext cx="640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05:34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798064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B80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94960" y="2798064"/>
            <a:ext cx="2743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沉海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83880" y="2798064"/>
            <a:ext cx="640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03:52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310128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A3C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394960" y="3310128"/>
            <a:ext cx="2743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锋芒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83880" y="3310128"/>
            <a:ext cx="640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04:10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3822192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5D7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09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94960" y="3822192"/>
            <a:ext cx="2743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同途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183880" y="3822192"/>
            <a:ext cx="640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05:10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846320" y="4334256"/>
            <a:ext cx="457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2D6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394960" y="4334256"/>
            <a:ext cx="27432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EF5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芝华塔尼欧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83880" y="4334256"/>
            <a:ext cx="6400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03:22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7200" y="5029200"/>
            <a:ext cx="8229600" cy="54864"/>
          </a:xfrm>
          <a:prstGeom prst="rect">
            <a:avLst/>
          </a:prstGeom>
          <a:solidFill>
            <a:srgbClr val="45D7FF">
              <a:alpha val="30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7200" y="5042916"/>
            <a:ext cx="8229600" cy="13716"/>
          </a:xfrm>
          <a:prstGeom prst="rect">
            <a:avLst/>
          </a:prstGeom>
          <a:solidFill>
            <a:srgbClr val="45D7FF">
              <a:alpha val="95000"/>
            </a:srgbClr>
          </a:solidFill>
          <a:ln w="12700">
            <a:solidFill>
              <a:srgbClr val="45D7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0" y="5166360"/>
            <a:ext cx="9144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8D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All lyrics written by Akito Lau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0" y="553212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© 2025 Akito Lau  |  All Rights Reserved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0" y="640080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A7A9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都市失语纪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4766</Words>
  <Application>WPS 文字</Application>
  <PresentationFormat>On-screen Show (16:9)</PresentationFormat>
  <Paragraphs>599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宋体</vt:lpstr>
      <vt:lpstr>汉仪书宋二KW</vt:lpstr>
      <vt:lpstr>宋体</vt:lpstr>
      <vt:lpstr>宋体</vt:lpstr>
      <vt:lpstr>Georgia</vt:lpstr>
      <vt:lpstr>Georgia</vt:lpstr>
      <vt:lpstr>Georgia</vt:lpstr>
      <vt:lpstr>Calibri</vt:lpstr>
      <vt:lpstr>Helvetica Neue</vt:lpstr>
      <vt:lpstr>Apple Color Emoji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都市失语纪 歌词本</dc:title>
  <dc:creator>PptxGenJS</dc:creator>
  <dc:subject>PptxGenJS Presentation</dc:subject>
  <cp:lastModifiedBy>刘劲枫</cp:lastModifiedBy>
  <cp:revision>2</cp:revision>
  <dcterms:created xsi:type="dcterms:W3CDTF">2026-05-03T11:18:14Z</dcterms:created>
  <dcterms:modified xsi:type="dcterms:W3CDTF">2026-05-03T11:18:14Z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E569752D9619DB48F62EF769372D4730_43</vt:lpwstr>
  </property>
  <property fmtid="{D5CDD505-2E9C-101B-9397-08002B2CF9AE}" pid="3" name="KSOProductBuildVer">
    <vt:lpwstr>2052-12.1.25869.25869</vt:lpwstr>
  </property>
</Properties>
</file>