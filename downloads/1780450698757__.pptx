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444444"/>
                </a:solidFill>
                <a:latin typeface="Arial"/>
              </a:defRPr>
            </a:pPr>
            <a:r>
              <a:t>解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444444"/>
                </a:solidFill>
                <a:latin typeface="Arial"/>
              </a:defRPr>
            </a:pPr>
            <a:r>
              <a:t>构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444444"/>
                </a:solidFill>
                <a:latin typeface="Arial"/>
              </a:defRPr>
            </a:pPr>
            <a:r>
              <a:t>主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444444"/>
                </a:solidFill>
                <a:latin typeface="Arial"/>
              </a:defRPr>
            </a:pPr>
            <a:r>
              <a:t>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FFFFFF"/>
                </a:solidFill>
                <a:latin typeface="Arial"/>
              </a:defRPr>
            </a:pPr>
            <a:r>
              <a:t>解构主义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BBBBBB"/>
                </a:solidFill>
                <a:latin typeface="Arial"/>
              </a:defRPr>
            </a:pPr>
            <a:r>
              <a:t>Deconstructionism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2743200"/>
            <a:ext cx="2926080" cy="0"/>
          </a:xfrm>
          <a:prstGeom prst="line">
            <a:avLst/>
          </a:prstGeom>
          <a:ln w="635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3017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BBBBB"/>
                </a:solidFill>
                <a:latin typeface="Arial"/>
              </a:defRPr>
            </a:pPr>
            <a:r>
              <a:t>Akito Lau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44444"/>
                </a:solidFill>
                <a:latin typeface="Arial"/>
              </a:defRPr>
            </a:pPr>
            <a:r>
              <a:t>All songs written, composed &amp; produced by Akito Lau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777777"/>
                </a:solidFill>
                <a:latin typeface="Arial"/>
              </a:defRPr>
            </a:pPr>
            <a:r>
              <a:t>TRACKLIST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1188720"/>
            <a:ext cx="10698480" cy="0"/>
          </a:xfrm>
          <a:prstGeom prst="line">
            <a:avLst/>
          </a:prstGeom>
          <a:ln w="381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554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定义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Definition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黄昏哲学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Dusk Philosophy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转机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Turning 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26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926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大人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Adulthood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83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383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悬而不述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383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Unspoken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840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840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无先知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No Prophet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2976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情迷西海岸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West Coast Dream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754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754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那天来自哪儿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Whence That Day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212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5212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奔流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5212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Torrent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669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5669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镜面动物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5669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Mirror Animal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217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44444"/>
                </a:solidFill>
                <a:latin typeface="Arial"/>
              </a:defRPr>
            </a:pPr>
            <a:r>
              <a:t>Total runtime: approximately 42 minutes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444444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BBBBB"/>
                </a:solidFill>
                <a:latin typeface="Arial"/>
              </a:defRPr>
            </a:pPr>
            <a: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"在一切被资本、效率与社会标准定义的时代，重新追问"快乐"究竟属于谁。"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2651760"/>
            <a:ext cx="11064240" cy="0"/>
          </a:xfrm>
          <a:prstGeom prst="line">
            <a:avLst/>
          </a:prstGeom>
          <a:ln w="381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44444"/>
                </a:solidFill>
                <a:latin typeface="Arial"/>
              </a:defRPr>
            </a:pPr>
            <a:r>
              <a:t>Chords: D — A — Bm — G  |  Fmaj7 — C — Dm7 — Bbmaj7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快乐不是别人定义的东西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幸福不是资本堆砌的玩具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人这一生短暂高楼不停砌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当地震来袭大厦也作废墟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向着阳生长不需太多叹息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祸福循环没什么因果神迹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00"/>
            </a:pPr>
            <a: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自由不是他人赋予的权利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孤独不是深夜失眠的病体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2004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时间不会因为眼泪而停息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命运不过千万选择的合集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00"/>
            </a:pPr>
            <a: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真心不是嘴边重复的言语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成长不是学会圆滑和逃避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有人终其一生追逐着名利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回头才发现灵魂早已贫瘠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00"/>
            </a:pPr>
            <a: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答案从来不是世界的给予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人生终究需要自己去定义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44444"/>
                </a:solidFill>
                <a:latin typeface="Arial"/>
              </a:defRPr>
            </a:pPr>
            <a:r>
              <a:t>1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444444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黄昏哲学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BBBBB"/>
                </a:solidFill>
                <a:latin typeface="Arial"/>
              </a:defRPr>
            </a:pPr>
            <a:r>
              <a:t>Dusk Philosophy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"一个过度清醒的人，在黄昏时分重新分析世界，也逐渐失去生活本身。"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2651760"/>
            <a:ext cx="11064240" cy="0"/>
          </a:xfrm>
          <a:prstGeom prst="line">
            <a:avLst/>
          </a:prstGeom>
          <a:ln w="381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44444"/>
                </a:solidFill>
                <a:latin typeface="Arial"/>
              </a:defRPr>
            </a:pPr>
            <a:r>
              <a:t>Chords: Bm — G — D — A  |  Em9 — Cmaj7 — G — Dsus4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有时我是个哲学家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喜欢研究梦想黑话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欣赏日落也陷入沉思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看云层被黄昏慢慢融化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00"/>
            </a:pPr>
            <a: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电线切开傍晚天空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飞鸟停在旧居民楼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风吹动谁晾晒的衬衫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一句无人回应的问候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00"/>
            </a:pPr>
            <a: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我试图解释孤独来源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却先遗忘问题本身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直到夜色逐渐亮起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世界又恢复正常运转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00"/>
            </a:pPr>
            <a: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我们一边分析世界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一边慢慢停止生活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2004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太清醒的人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最后都会变成旁观者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00"/>
            </a:pPr>
            <a: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原来成长只是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学会对荒谬保持配合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在盛大的烟花下面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假装自己依然快乐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00"/>
            </a:pPr>
            <a: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有时我也羡慕别人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能轻易相信某种答案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相信努力终会有回声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相信爱不会突然消散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00"/>
            </a:pPr>
            <a: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可我总把所有情绪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拆解成隐喻和语言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等终于理解了悲伤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悲伤却已经失去重量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44444"/>
                </a:solidFill>
                <a:latin typeface="Arial"/>
              </a:defRPr>
            </a:pPr>
            <a:r>
              <a:t>2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444444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转机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BBBBB"/>
                </a:solidFill>
                <a:latin typeface="Arial"/>
              </a:defRPr>
            </a:pPr>
            <a:r>
              <a:t>Turning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"在循环重复的都市生活里，人始终偷偷期待某种"下一周会发生改变"的可能。"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2651760"/>
            <a:ext cx="11064240" cy="0"/>
          </a:xfrm>
          <a:prstGeom prst="line">
            <a:avLst/>
          </a:prstGeom>
          <a:ln w="381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44444"/>
                </a:solidFill>
                <a:latin typeface="Arial"/>
              </a:defRPr>
            </a:pPr>
            <a:r>
              <a:t>Chords: G — D — Em — C  |  Cmaj7 — G/B — Am7 — Fmaj7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周一是秩序重建开篇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庸常的生活重复上演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心底里留存的一片净园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是音乐是爱情还是执念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00"/>
            </a:pPr>
            <a: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周五是短暂欢愉铺垫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烦恼和忧愁暂时搁浅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走进片森林让思绪舒展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2004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探两家小店把晚风尝遍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00"/>
            </a:pPr>
            <a: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周日总伴着淡淡倦怨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新一轮庸碌又将重演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下一周会不会出现转变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是热情是甜蜜还是眷恋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00"/>
            </a:pPr>
            <a: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下一周会不会出现转变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44444"/>
                </a:solidFill>
                <a:latin typeface="Arial"/>
              </a:defRPr>
            </a:pPr>
            <a:r>
              <a:t>3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444444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大人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BBBBB"/>
                </a:solidFill>
                <a:latin typeface="Arial"/>
              </a:defRPr>
            </a:pPr>
            <a:r>
              <a:t>Adulthood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"成年并不是成长，而是逐渐学会与失序、麻木与崩塌共存。"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2651760"/>
            <a:ext cx="11064240" cy="0"/>
          </a:xfrm>
          <a:prstGeom prst="line">
            <a:avLst/>
          </a:prstGeom>
          <a:ln w="381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44444"/>
                </a:solidFill>
                <a:latin typeface="Arial"/>
              </a:defRPr>
            </a:pPr>
            <a:r>
              <a:t>Chords: Am — F — C — G  |  Dm — Bb — F —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成为大人之后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是否万物都已失序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承担不完的责任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接踵而来的坏讯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00"/>
            </a:pPr>
            <a: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渐行渐远的朋友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被迫离散的爱人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日复一日的劳作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逐步崩坏的生活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00"/>
            </a:pPr>
            <a: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不断瓦解的价值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早被消费的崇高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高高在上的权势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被迫伪装的理智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00"/>
            </a:pPr>
            <a: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习以为常的沉默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2004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无人倾听的困惑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反复修改的措辞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不敢流露的偏执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00"/>
            </a:pPr>
            <a: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越来越快的时代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越来越空的存在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被人定义的成功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难以实现的自由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00"/>
            </a:pPr>
            <a: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深夜亮起的荧幕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无法停止的麻木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学会得体地微笑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学会体面地胡闹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00"/>
            </a:pPr>
            <a: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成为大人之后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怎样才算成熟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回到既定轨道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44444"/>
                </a:solidFill>
                <a:latin typeface="Arial"/>
              </a:defRPr>
            </a:pPr>
            <a:r>
              <a:t>4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444444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悬而不述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BBBBB"/>
                </a:solidFill>
                <a:latin typeface="Arial"/>
              </a:defRPr>
            </a:pPr>
            <a:r>
              <a:t>Unspoken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"有些关系的亲密，并不来自相似，而来自彼此承认差异。"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2651760"/>
            <a:ext cx="11064240" cy="0"/>
          </a:xfrm>
          <a:prstGeom prst="line">
            <a:avLst/>
          </a:prstGeom>
          <a:ln w="381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44444"/>
                </a:solidFill>
                <a:latin typeface="Arial"/>
              </a:defRPr>
            </a:pPr>
            <a:r>
              <a:t>Chords: D — Bm — G — A  |  F#m7 — Dmaj7 — A — 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我们是昼伏夜出的生物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只在霓虹深处才会共处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你沉迷旧时代褪色纹路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我偏爱未来里失真的雾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00"/>
            </a:pPr>
            <a: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争论像两场逆行的气流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却共享同一场清晨日出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兴趣分野能横跨两颗星球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精妙绝伦缘分踏上这条路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2004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500"/>
            </a:pPr>
            <a: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世界总急着定义归属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我们却沉默着不去辩护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像候鸟借宿城市高楼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短暂停靠彼此国度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00"/>
            </a:pPr>
            <a: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世界总要求爱要相近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我们却靠陌生维持亲密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像两座隔海亮灯的岛屿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远远辨认彼此呼吸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44444"/>
                </a:solidFill>
                <a:latin typeface="Arial"/>
              </a:defRPr>
            </a:pPr>
            <a:r>
              <a:t>5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444444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无先知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BBBBB"/>
                </a:solidFill>
                <a:latin typeface="Arial"/>
              </a:defRPr>
            </a:pPr>
            <a:r>
              <a:t>No Prophet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"爱情真正结束时，往往没有争吵，只剩一种缓慢而安静的失踪。"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2651760"/>
            <a:ext cx="11064240" cy="0"/>
          </a:xfrm>
          <a:prstGeom prst="line">
            <a:avLst/>
          </a:prstGeom>
          <a:ln w="381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44444"/>
                </a:solidFill>
                <a:latin typeface="Arial"/>
              </a:defRPr>
            </a:pPr>
            <a:r>
              <a:t>Chords: C — G/B — Am7 — Fmaj7  |  Em — D — C — 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我感受到爱的流逝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可我终究不是先知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作为凡人无能为力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只能看热情慢慢静止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00"/>
            </a:pPr>
            <a: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也许是庸常生活侵蚀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亲密成同床异梦的真实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在同一间屋子呼吸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却各自练习独自消失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00"/>
            </a:pPr>
            <a: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一个人重复两个人的轨迹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连沉默都变得过于熟悉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你把未来折叠得很整齐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却没留下我的位置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2004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500"/>
            </a:pPr>
            <a: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如果我只是你的庇护所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等你羽翼丰满以后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你会飞向更辽阔的天空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只留下我困在原地停留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00"/>
            </a:pPr>
            <a: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如果言语无法解释生活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当我终于无力应对以后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我会先一步选择逃走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至少还能保全一点自我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00"/>
            </a:pPr>
            <a: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不说谎 不代表没有隐衷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有些伤口比争吵更沉重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人总在最安静的时候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才发现爱早已经失踪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44444"/>
                </a:solidFill>
                <a:latin typeface="Arial"/>
              </a:defRPr>
            </a:pPr>
            <a:r>
              <a:t>6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444444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情迷西海岸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BBBBB"/>
                </a:solidFill>
                <a:latin typeface="Arial"/>
              </a:defRPr>
            </a:pPr>
            <a:r>
              <a:t>West Coast Dream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"所谓"西海岸"，其实是成年人对自由、爱情与逃离现实的一场共同幻想。"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2651760"/>
            <a:ext cx="11064240" cy="0"/>
          </a:xfrm>
          <a:prstGeom prst="line">
            <a:avLst/>
          </a:prstGeom>
          <a:ln w="381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44444"/>
                </a:solidFill>
                <a:latin typeface="Arial"/>
              </a:defRPr>
            </a:pPr>
            <a:r>
              <a:t>Chords: Fmaj7 — Am7 — G — C  |  Dm7 — Bbmaj7 — F —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我在五点半的长途车上低头落泪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耳机里第一百三十八遍MLA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孙文东路悬着迟迟未亮的灯火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我却提前向黑夜递交了依偎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00"/>
            </a:pPr>
            <a: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白昼被工位分期典当给生存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连灵魂都要学会准时与安分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夜晚才轮到情绪缓慢回温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可我只擅长把自我反复封存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00"/>
            </a:pPr>
            <a: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你还未漂流到那片西海岸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仍停泊在一千二百公里之外的彼端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为何命运总像失灵的罗盘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让我们隔着人潮兜转又离散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00"/>
            </a:pPr>
            <a: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可若爱真的需要朝夕相伴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为何思念偏偏适合远观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2004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若能选择 我宁愿松开执念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逆着季风奔向你身边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00"/>
            </a:pPr>
            <a: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我们想象中的西海岸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像废墟里缓慢发芽的乐园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荒芜中生长的寂寞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在海风中殆尽绕圈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00"/>
            </a:pPr>
            <a: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在你身边虚度光阴都算壮举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连沉默都像电影留白的序曲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时间终于不再催促谁前进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静好得像一场人为暂停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00"/>
            </a:pPr>
            <a: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或许后来我们终究会走散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像两粒偏离轨道的尘埃各自盘旋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但至少某年某夜的大巴车窗边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我曾认真爱过那片未抵达的西海岸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44444"/>
                </a:solidFill>
                <a:latin typeface="Arial"/>
              </a:defRPr>
            </a:pPr>
            <a:r>
              <a:t>7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444444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那天来自哪儿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BBBBB"/>
                </a:solidFill>
                <a:latin typeface="Arial"/>
              </a:defRPr>
            </a:pPr>
            <a:r>
              <a:t>Whence That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"快乐或许只是宇宙随机碰撞出的短暂现象，但它依然值得被铭记。"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2651760"/>
            <a:ext cx="11064240" cy="0"/>
          </a:xfrm>
          <a:prstGeom prst="line">
            <a:avLst/>
          </a:prstGeom>
          <a:ln w="381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44444"/>
                </a:solidFill>
                <a:latin typeface="Arial"/>
              </a:defRPr>
            </a:pPr>
            <a:r>
              <a:t>Chords: Fmaj7 — G — Em7 — Am9  |  Cmaj7 — Em — Dm7 — 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海水在深夜倒灌进广播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旧频段漂浮银色噪音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自动气象站停止更新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风从未记录的方向来临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00"/>
            </a:pPr>
            <a: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像无数粒子偶然偏移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穿过漫长失序的运行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在某个概率极低的夜晚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短暂拼合成完整光景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00"/>
            </a:pPr>
            <a: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那天来自哪儿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像宇宙一次随机生成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2004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恒星碎屑穿过黑暗以后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碰撞出片刻透明共振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00"/>
            </a:pPr>
            <a: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而快乐只是短暂现象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像彗尾掠过低温天空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可就在千万次湮灭之间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仍有千万个瞬间发亮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00"/>
            </a:pPr>
            <a: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电子钟持续闪烁零点零零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城市漂浮在巨大寂静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所有无法解释的美妙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都来自失控运行的命运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44444"/>
                </a:solidFill>
                <a:latin typeface="Arial"/>
              </a:defRPr>
            </a:pPr>
            <a:r>
              <a:t>8 /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444444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奔流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BBBBB"/>
                </a:solidFill>
                <a:latin typeface="Arial"/>
              </a:defRPr>
            </a:pPr>
            <a:r>
              <a:t>Torrent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"即使机会从未真正属于自己，人也依然可以选择继续生长。"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2651760"/>
            <a:ext cx="11064240" cy="0"/>
          </a:xfrm>
          <a:prstGeom prst="line">
            <a:avLst/>
          </a:prstGeom>
          <a:ln w="381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44444"/>
                </a:solidFill>
                <a:latin typeface="Arial"/>
              </a:defRPr>
            </a:pPr>
            <a:r>
              <a:t>Chords: Em — C — G — D  |  Bm — G — D —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当我走进你的领域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身体展开沉默防御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若结局早已经写定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人间何必循规蹈矩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00"/>
            </a:pPr>
            <a: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当我迷失我的方向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仍把头颅抬向远方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若生命终需要等待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荒原也会重新生长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2004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500"/>
            </a:pPr>
            <a: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当我成为奔流的河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穿过废墟与旧旋涡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若机会从未属于我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生长何必献祭自我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00"/>
            </a:pPr>
            <a: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当我望见你的轮廓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灵魂开始缓慢坍缩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若所有期待被击落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你会不会转身沉默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44444"/>
                </a:solidFill>
                <a:latin typeface="Arial"/>
              </a:defRPr>
            </a:pPr>
            <a:r>
              <a:t>9 /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444444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镜面动物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BBBBB"/>
                </a:solidFill>
                <a:latin typeface="Arial"/>
              </a:defRPr>
            </a:pPr>
            <a:r>
              <a:t>Mirror Animal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"解构完世界以后，才发现自己也早已成为时代结构的一部分。"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2651760"/>
            <a:ext cx="11064240" cy="0"/>
          </a:xfrm>
          <a:prstGeom prst="line">
            <a:avLst/>
          </a:prstGeom>
          <a:ln w="381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44444"/>
                </a:solidFill>
                <a:latin typeface="Arial"/>
              </a:defRPr>
            </a:pPr>
            <a:r>
              <a:t>Chords: Cmaj7 — Em7 — Am9 — G  |  Em — C — G — 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电梯镜面映出疲惫神情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像被复制千万次的生命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人群共享相同焦虑频率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却假装彼此毫无关系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00"/>
            </a:pPr>
            <a: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我们被算法缓慢地喂养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情绪也开始适配市场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每个人都渴望被理解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却先学会精准地表演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00"/>
            </a:pPr>
            <a: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城市像巨大的玻璃鱼缸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豢养沉默而透明欲望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2004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白天交换格式化笑容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深夜偷偷拆解着自我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00"/>
            </a:pPr>
            <a: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有人把灵魂明码标价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有人靠麻木维持优雅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我们像镜面中的动物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练习符合世界的角度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00"/>
            </a:pPr>
            <a: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直到某天灯光全部熄灭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才发现没人真正理解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原来所谓成熟与体面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只是长期压抑的病变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44444"/>
                </a:solidFill>
                <a:latin typeface="Arial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FFFFF"/>
                </a:solidFill>
                <a:latin typeface="Arial"/>
              </a:defRPr>
            </a:pPr>
            <a:r>
              <a:t>谢谢聆听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BBBBB"/>
                </a:solidFill>
                <a:latin typeface="Arial"/>
              </a:defRPr>
            </a:pPr>
            <a:r>
              <a:t>Thank you for listening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0" y="3931920"/>
            <a:ext cx="2103120" cy="0"/>
          </a:xfrm>
          <a:prstGeom prst="line">
            <a:avLst/>
          </a:prstGeom>
          <a:ln w="635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BBBBB"/>
                </a:solidFill>
                <a:latin typeface="Arial"/>
              </a:defRPr>
            </a:pPr>
            <a:r>
              <a:t>Akito Lau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63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《解构主义》Deconstructionism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44444"/>
                </a:solidFill>
                <a:latin typeface="Arial"/>
              </a:defRPr>
            </a:pPr>
            <a:r>
              <a:t>2026 ·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